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3" r:id="rId3"/>
    <p:sldId id="345" r:id="rId4"/>
    <p:sldId id="346" r:id="rId5"/>
    <p:sldId id="34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A649-BE58-4166-BC14-C31C4CCF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F8DB9-784A-4CD4-A14F-6D7A488FD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EC110-233B-4440-81D2-7DC52E97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BE1A3-0393-4656-9EDB-FDB4FCBF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65801-38AB-4D9A-BB80-737C9325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2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6487-BB45-4F31-8086-79388D12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C222C-8449-4DDC-BD69-FAABBAB91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A53F8-3B5D-469D-94C5-7782128D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5DE1F-4950-4F68-A980-273A9A3C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2604E-165A-4C3B-9BC3-9C2ACC66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2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F176A-3C71-4098-BE53-F285F004C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F74D4-3E34-4ECE-9042-9987DDE59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FF104-256A-42DE-9519-E04D6054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746AA-EC3D-4A70-A678-474777D0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A9EC-5F66-453A-981C-404157FE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22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6A6F-DFF4-4D71-A42B-6AA934DC1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FC4C2-34AB-484C-9FB5-6D8640B3E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477F8-373D-4D09-82B6-D242C2819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B537E-1E7D-4583-B711-1A0AE34A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99DFE-ADB3-4F8E-9DE9-D4106863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DF5DF-7A49-482F-9EAC-386FF7C06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9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EA8E-E0EA-4B7E-A8AD-6E7C4287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662FF-CF63-4927-BCC2-FD0C6AF33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16B5F-732A-4045-9189-521195A73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CFCAC9-6C9B-40C4-99ED-7557C2613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22EF1-8094-47CF-AEA3-1A7562211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64071-918F-4669-9432-A9F6A229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63379C-D044-4204-8AAB-4F7C1B775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0E592-587A-49E0-A472-36658160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66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2195-FE68-4EF1-A5FB-ADCAE89E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45AC4-99AC-4250-833E-2F6C7BDF1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262C5-BA78-4697-A578-835098D6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BAD7-7756-4E9D-9845-C6D9B5B5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4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4D43CE-D41E-4FD1-9639-24B148F9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74FE4-01E4-49C0-ABF2-B2864544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6A798-2001-49F3-96A7-1414EE14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2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C051-A4D5-45A1-B9D8-9C7D2353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FCE49-18FB-43BB-ABBE-227BC191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DFD74-3129-4503-B1D6-ECFD901D4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5FCB9-90E1-428F-938C-A76C3AE5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ADCCB-7503-4D5A-9147-92A41D14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FA03E-B505-4D14-8E5A-2B63E3C5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8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B968-8AB4-45C5-BC16-01F4A5777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C0FCB-75B4-4203-B6EF-F9C57345A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9428B-8ADC-44C5-B069-25AE91316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CA783-FCED-4B07-B70B-EE776D8A4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125D0-55AA-4C6C-9B07-3054F2B4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0B850-5677-433F-A2AA-42E8A35BF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3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DE2E-D546-4FAC-905D-3DB989BE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553B3-835C-4FDC-B24B-D336DD5B8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814B7-DA07-4B79-903F-BBAE8363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334F-43BB-4BC8-A971-4F927E40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2873A-BF8A-4F59-AE60-AA645512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6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497BF-63CD-40EB-99ED-F560A9BC5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CC0A7-5B4C-43D0-9589-754C1FD83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D1C9E-6532-4229-93AF-49B8D51B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A5A15-526C-445D-8919-07D54873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64B6-2D42-4CA1-AA4E-75BF26B8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1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9974F-2EDC-4749-834D-9D50215A2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F5716-385A-4D40-9927-D13965AA9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8D857-FCA0-4831-B83C-6756C058A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6506-603E-4D2E-95B1-C0C313AEF044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E1AE9-A606-4A67-A21A-388AE0AA3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9E4AF-B68A-423B-A436-A21956ACD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0D3F3-815C-448D-8655-6F4A6CB3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0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A623-35EC-4749-B8F5-A04EA9478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24D61-A426-4508-8DC0-4A0F2F0E34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40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E9AC781-F04C-49D8-8CC6-FAA56CD3A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Bid ask for cross currencies</a:t>
            </a:r>
            <a:br>
              <a:rPr lang="en-US" altLang="en-US" dirty="0"/>
            </a:br>
            <a:r>
              <a:rPr lang="en-US" altLang="en-US" dirty="0"/>
              <a:t>Compute S(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€/₤)</a:t>
            </a:r>
            <a:endParaRPr lang="en-US" alt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68303A8-8DB4-42D8-828A-00113894DC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536077"/>
              </p:ext>
            </p:extLst>
          </p:nvPr>
        </p:nvGraphicFramePr>
        <p:xfrm>
          <a:off x="1055078" y="2045677"/>
          <a:ext cx="9671537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8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In American terms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In European terms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₤, Pounds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$1.3153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$1.3158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€, Euros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r>
                        <a:rPr lang="en-US" dirty="0"/>
                        <a:t>0.8903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r>
                        <a:rPr lang="en-US" dirty="0"/>
                        <a:t>0.8906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$1.3153x0.8903 = 1.1710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$1.3158x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r>
                        <a:rPr lang="en-US" dirty="0"/>
                        <a:t>0.8906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=1.1719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6798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E9AC781-F04C-49D8-8CC6-FAA56CD3A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Bid ask for cross currencies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68303A8-8DB4-42D8-828A-00113894DC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089653"/>
              </p:ext>
            </p:extLst>
          </p:nvPr>
        </p:nvGraphicFramePr>
        <p:xfrm>
          <a:off x="1981200" y="1905000"/>
          <a:ext cx="7543800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In American terms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In European terms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₤, Pounds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$1.3153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$1.3158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€, Euros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$1.1228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$1.1233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€/₤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$1.3153/$1.1233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= 1.1709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0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E9AC781-F04C-49D8-8CC6-FAA56CD3A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Bid ask for cross currencies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68303A8-8DB4-42D8-828A-00113894DC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6522738"/>
              </p:ext>
            </p:extLst>
          </p:nvPr>
        </p:nvGraphicFramePr>
        <p:xfrm>
          <a:off x="1981200" y="1905000"/>
          <a:ext cx="7543800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In American terms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In European terms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₤, Pounds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</a:t>
                      </a:r>
                      <a:r>
                        <a:rPr lang="en-US" dirty="0"/>
                        <a:t>0.7600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</a:t>
                      </a:r>
                      <a:r>
                        <a:rPr lang="en-US" dirty="0"/>
                        <a:t>0.7603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€, Euros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$1.1228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$1.1233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r>
                        <a:rPr lang="en-US" dirty="0"/>
                        <a:t>0.8903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r>
                        <a:rPr lang="en-US" dirty="0"/>
                        <a:t>0.8906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₤/€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$1.1228X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</a:t>
                      </a:r>
                      <a:r>
                        <a:rPr lang="en-US" dirty="0"/>
                        <a:t>0.7600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=0.8533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$1.1233X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</a:t>
                      </a:r>
                      <a:r>
                        <a:rPr lang="en-US" dirty="0"/>
                        <a:t>0.7603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=0.8540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0524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E9AC781-F04C-49D8-8CC6-FAA56CD3A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Bid ask for cross currencies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68303A8-8DB4-42D8-828A-00113894DC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7474407"/>
              </p:ext>
            </p:extLst>
          </p:nvPr>
        </p:nvGraphicFramePr>
        <p:xfrm>
          <a:off x="1981200" y="1905000"/>
          <a:ext cx="7543800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In American terms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In European terms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₤, Pounds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</a:t>
                      </a:r>
                      <a:r>
                        <a:rPr lang="en-US" dirty="0"/>
                        <a:t>0.7600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</a:t>
                      </a:r>
                      <a:r>
                        <a:rPr lang="en-US" dirty="0"/>
                        <a:t>0.7603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€, Euros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r>
                        <a:rPr lang="en-US" dirty="0"/>
                        <a:t>0.8903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r>
                        <a:rPr lang="en-US" dirty="0"/>
                        <a:t>0.8906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₤/€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</a:t>
                      </a:r>
                      <a:r>
                        <a:rPr lang="en-US" dirty="0"/>
                        <a:t>0.7600/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r>
                        <a:rPr lang="en-US" dirty="0"/>
                        <a:t>0.8906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₤</a:t>
                      </a:r>
                      <a:r>
                        <a:rPr lang="en-US" dirty="0"/>
                        <a:t>0.7603/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r>
                        <a:rPr lang="en-US" dirty="0"/>
                        <a:t>0.8903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052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53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175</Words>
  <Application>Microsoft Office PowerPoint</Application>
  <PresentationFormat>Widescreen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Bid ask for cross currencies Compute S(€/₤)</vt:lpstr>
      <vt:lpstr>Bid ask for cross currencies</vt:lpstr>
      <vt:lpstr>Bid ask for cross currencies</vt:lpstr>
      <vt:lpstr>Bid ask for cross currencies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Scarcello</dc:creator>
  <cp:lastModifiedBy>Chris Scarcello</cp:lastModifiedBy>
  <cp:revision>4</cp:revision>
  <dcterms:created xsi:type="dcterms:W3CDTF">2025-01-29T19:16:52Z</dcterms:created>
  <dcterms:modified xsi:type="dcterms:W3CDTF">2025-01-29T19:50:52Z</dcterms:modified>
</cp:coreProperties>
</file>